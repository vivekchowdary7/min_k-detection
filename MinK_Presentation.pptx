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WikiMIA — AUC by Method (64 tokens)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Score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Min-K% Prob
(K=20%)</c:v>
                  </c:pt>
                  <c:pt idx="1">
                    <c:v>Calibration</c:v>
                  </c:pt>
                  <c:pt idx="2">
                    <c:v>PPL / zlib</c:v>
                  </c:pt>
                  <c:pt idx="3">
                    <c:v>PPL / Lower</c:v>
                  </c:pt>
                  <c:pt idx="4">
                    <c:v>Perplexity
(PPL)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0.674</c:v>
                </c:pt>
                <c:pt idx="1">
                  <c:v>0.618</c:v>
                </c:pt>
                <c:pt idx="2">
                  <c:v>0.612</c:v>
                </c:pt>
                <c:pt idx="3">
                  <c:v>0.605</c:v>
                </c:pt>
                <c:pt idx="4">
                  <c:v>0.601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Pretraining Data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35331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Large Language Models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1214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Min-K% Prob  ·  Membership Inference Attack  ·  WikiMIA / BookMIA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542032"/>
            <a:ext cx="2743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8346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arXiv:2310.16789  ·  Shi et al., 2023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31821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31821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github.com/swj0419/detect-pretrain-code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35295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35295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Presentation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INTRODUCTION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What's Hidden in Training Data?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like GPT-3, LLaMA, and OPT are trained on trillions of tokens — but companies never disclose exactly what data was used.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06040" cy="146304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6700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Violation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443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&amp; articles used without permission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2194560"/>
            <a:ext cx="2606040" cy="146304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26700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Leakage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29443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sets in training → inflated scores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2606040" cy="146304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26480" y="26700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Risk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9443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memorised by the model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8770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38404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only black-box access to an LLM, can we determine whether a specific piece of text was part of its training data?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BACKGROUND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Inference Attack — Prior Methods &amp; Gaps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73152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Inference Attack (MIA):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0" y="1298448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technique to determine if a data sample was used to train a model — using only the model's outputs (token probabilities).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Approaches &amp; Their Limitations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87168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0175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Perplexity (PPL)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log-prob of all tokens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words dilute the signal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 / Ratio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model prob ÷ reference model prob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 reference model + training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PPL / zlib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PPL divided by compression ratio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handles repetitive text bias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PPL / Lowercase PPL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PPL ÷ PPL of lowercased 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captures capitalisation memorisation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baselines require either a reference model or knowledge of the training distribution.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CORE METHOD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Min-K% Prob — The Proposed Method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insight: focus on the hardest (lowest-probability) tokens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98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token log-probabilities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5727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forward pass on the text. For each token position, extract the log-probability of the actual token from the model's output.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139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— lowest first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24140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all token log-probabilities in ascending order (most surprising tokens first).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980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bottom K%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32552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only the lowest K% of tokens (e.g. K=20 means the 20% of tokens the model found most surprising).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822192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&amp; decide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40965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their log-probabilities. Higher average → model knows the text → likely in training data.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74920" y="1261872"/>
            <a:ext cx="37490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1208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Log-Probability Distribution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57800" y="1920240"/>
            <a:ext cx="347472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37033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724144" y="2231136"/>
            <a:ext cx="347472" cy="14264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78424" y="37033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190488" y="2157984"/>
            <a:ext cx="347472" cy="14996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37033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656832" y="2779776"/>
            <a:ext cx="347472" cy="8778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37033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123176" y="3017520"/>
            <a:ext cx="347472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77456" y="37033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589520" y="3255264"/>
            <a:ext cx="347472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43800" y="37033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8055864" y="3383280"/>
            <a:ext cx="347472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10144" y="37033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2310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257800" y="4279392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68112" y="42793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tokens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58000" y="4279392"/>
            <a:ext cx="16459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68312" y="42793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Min-K% tokens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94360" y="46817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Advantage: Requires ZERO knowledge of pretraining data and ZERO additional model training.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DATASETS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Benchmarks — WikiMIA &amp; BookMIA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39776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61872"/>
            <a:ext cx="397764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WikiMIA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7373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93392" y="17373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swj0419/WikiMIA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2084832"/>
            <a:ext cx="3749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1762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93392" y="21762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passages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523744"/>
            <a:ext cx="3749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6151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93392" y="26151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64 / 128 / 256 tokens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2962656"/>
            <a:ext cx="3749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0540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93392" y="305409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before training cutoff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3401568"/>
            <a:ext cx="3749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4930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93392" y="34930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after training cutoff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3840480"/>
            <a:ext cx="3749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9319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993392" y="3931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LLaMA-1/2, GPT-Neo, OPT, Pythia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1261872"/>
            <a:ext cx="39776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261872"/>
            <a:ext cx="39776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2618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BookMIA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18888" y="17373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45352" y="17373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swj0419/BookMIA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18888" y="2084832"/>
            <a:ext cx="3749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21762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45352" y="21762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excerpts (snippets)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18888" y="2523744"/>
            <a:ext cx="3749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26151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45352" y="26151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tokens per sample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18888" y="2962656"/>
            <a:ext cx="3749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30540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1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45352" y="305409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published before 2023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18888" y="3401568"/>
            <a:ext cx="3749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18888" y="34930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45352" y="34930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published in 2023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18888" y="3840480"/>
            <a:ext cx="3749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18888" y="39319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45352" y="3931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text-davinci-002 / 003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94360" y="4855464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datasets use Label 1 = Seen (in training)  ·  Label 0 = Unseen (not in training). Fixed-length inputs are required for fair comparison.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IMPLEMENTATION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— Repository Structure &amp; Execution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2633472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61872"/>
            <a:ext cx="2633472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src/run.py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1792224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dataset, runs all 5 detection methods, computes AUC — this is what you execute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10128" y="1261872"/>
            <a:ext cx="2633472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261872"/>
            <a:ext cx="2633472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26187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process_data.py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01568" y="157276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01568" y="1792224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&amp; uploads WikiMIA to HuggingFace. Already done — you don't need to re-run this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63056" y="1261872"/>
            <a:ext cx="2633472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261872"/>
            <a:ext cx="263347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26187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54496" y="157276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54496" y="1792224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instructions, run commands, supported models list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816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Command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090672"/>
            <a:ext cx="8229600" cy="566928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1272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src/run.py  --target_model huggyllama/llama-70b  --ref_model huggyllama/llama-7b  --data swj0419/WikiMIA  --length 64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490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--target_model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LLM being tested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huggyllama/llama-70b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--ref_model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model (Calibration baseline only)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huggyllama/llama-7b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HuggingFace dataset path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swj0419/WikiMIA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--length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Text-length split (32/64/128/256 tokens)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AUC-ROC Scores on WikiMIA &amp; BookMIA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0.5 → Random guess    ·    AUC = 1.0 → Perfect detection    ·    Higher is better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00200"/>
          <a:ext cx="53035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1600200"/>
            <a:ext cx="2834640" cy="841248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53328" y="1627632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0.674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178040" y="166420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Min-K% AUC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WikiMIA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89320" y="2587752"/>
            <a:ext cx="2834640" cy="84124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615184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+7.4%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178040" y="265176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over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prior baseline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89320" y="3575304"/>
            <a:ext cx="2834640" cy="841248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360273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178040" y="3639312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on BookMIA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(copyright detection)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94360" y="469087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Min-K% consistently outperforms all baselines. Performance improves with longer text lengths. Very short texts (32 tokens) are unreliable.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APPLICATIONS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 — 3 Case Studies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61872"/>
            <a:ext cx="54864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3502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3533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Contamination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6459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test sets of benchmarks like MMLU or TruthfulQA leaked into training data, the model's evaluation score is invalid. Min-K% can audit whether a model's high benchmark scores are genuine.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12280" y="1554480"/>
            <a:ext cx="1737360" cy="50292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5727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 on their own training data have inflated performance scores.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82296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50592"/>
            <a:ext cx="54864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2374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2542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Copyrighted Book Detection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83464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can check if their books were included in GPT-3's training without permission. BookMIA achieves AUC = 0.87. Top detected book: "The Violin of Auschwitz" at 100% contamination.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2743200"/>
            <a:ext cx="1737360" cy="50292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27614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books show near-100% contamination rates in GPT-3.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3639312"/>
            <a:ext cx="82296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39312"/>
            <a:ext cx="54864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71246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37307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Unlearning Audit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0233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released Llama2-7B-WhoIsHarryPotter, claiming it "forgot" Harry Potter. Min-K% showed the model still assigns high probabilities to HP text — proving unlearning was incomplete.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12280" y="3931920"/>
            <a:ext cx="1737360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39502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unlearning was not fully successful — the model retained HP knowledge.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IMPROVEMENTS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Improvements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44752"/>
            <a:ext cx="1005840" cy="228600"/>
          </a:xfrm>
          <a:prstGeom prst="roundRect">
            <a:avLst>
              <a:gd name="adj" fmla="val 24000"/>
            </a:avLst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447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691640" y="1353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token-level log-probabilities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91640" y="160934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93392" y="1609344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Claude don't expose these → explore probability estimation from generation outputs only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194560"/>
            <a:ext cx="1005840" cy="228600"/>
          </a:xfrm>
          <a:prstGeom prst="roundRect">
            <a:avLst>
              <a:gd name="adj" fmla="val 24000"/>
            </a:avLst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945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691640" y="2103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Fixed-length inputs required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91640" y="23591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93392" y="2359152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over long documents + aggregate scores → removes pre-truncation requirement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61488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944368"/>
            <a:ext cx="1005840" cy="228600"/>
          </a:xfrm>
          <a:prstGeom prst="roundRect">
            <a:avLst>
              <a:gd name="adj" fmla="val 24000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443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691640" y="2852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Min-K%++ — Normalised scoring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91640" y="31089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93392" y="310896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each token's prob by its mean/variance across contexts → more robust to naturally rare tokens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511296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694176"/>
            <a:ext cx="1005840" cy="228600"/>
          </a:xfrm>
          <a:prstGeom prst="roundRect">
            <a:avLst>
              <a:gd name="adj" fmla="val 24000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69417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691640" y="36027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K selection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691640" y="38587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93392" y="3858768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K = 5%–40%, take the maximum; or learn optimal K per model/domain to reduce hyperparameter sensitivity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261104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443984"/>
            <a:ext cx="1005840" cy="228600"/>
          </a:xfrm>
          <a:prstGeom prst="roundRect">
            <a:avLst>
              <a:gd name="adj" fmla="val 24000"/>
            </a:avLst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4439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691640" y="4352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&amp; paraphrase-aware detection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691640" y="46085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993392" y="4608576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WikiMIA/BookMIA are English-only. Extend to multilingual LLMs. Combine embedding-level signals to catch paraphrased training data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69080" cy="1389888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4128" y="1188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trained on undisclosed data — raising copyright, leakage, and privacy concerns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1097280"/>
            <a:ext cx="4069080" cy="1389888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88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67528" y="1188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572768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Min-K% Prob focuses on the lowest-probability tokens — a signal that only memorised text shows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70048"/>
            <a:ext cx="4069080" cy="1389888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61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4128" y="27614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145536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+7.4% AUC over baselines on WikiMIA. AUC 0.87 on copyright detection (BookMIA)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2670048"/>
            <a:ext cx="4069080" cy="1389888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761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67528" y="27614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Advantage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145536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training data needed. Zero reference model needed. Works with black-box access only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arXiv:2310.16789  ·  Code: github.com/swj0419/detect-pretrain-code  ·  Data: huggingface.co/swj0419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Detecting Pretraining Data from LLMs — Min-K% Prob</dc:title>
  <dc:subject>PptxGenJS Presentation</dc:subject>
  <dc:creator>PptxGenJS</dc:creator>
  <cp:lastModifiedBy>PptxGenJS</cp:lastModifiedBy>
  <cp:revision>1</cp:revision>
  <dcterms:created xsi:type="dcterms:W3CDTF">2026-05-09T05:55:31Z</dcterms:created>
  <dcterms:modified xsi:type="dcterms:W3CDTF">2026-05-09T05:55:31Z</dcterms:modified>
</cp:coreProperties>
</file>